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90" d="100"/>
          <a:sy n="190" d="100"/>
        </p:scale>
        <p:origin x="144" y="-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24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7762" y="1524000"/>
            <a:ext cx="666847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Potability Classification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05444" y="2219325"/>
            <a:ext cx="43331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for Safe Drinking Water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39505" y="3143250"/>
            <a:ext cx="16648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155192" y="3076576"/>
            <a:ext cx="226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Dataset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Traditional water testing is slow, expensive, and resource-intensive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model to predict potability from physicochemical properties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3,276 water samples with 9 features (Kaggle)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Binary classification (0 = Not Safe, 1 = Safe)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(9 Physicochemical Indicators)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Acidity/alkalinity level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Hardness, Solids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Mineral and dissolved solids content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Chloramines, Sulfate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Chemical disinfectants and 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Conductivity, Organic Carbon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Electrical properties and dissolved matter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Trihalomethanes, Turbidity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Disinfection byproducts and water clarity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imputation for pH, Sulfate, Trihalomethanes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1,998 non-potable vs. 1,278 potable samples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 normalization applied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80-20 stratified split (random_state=42)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Exploratory Data Analysis (EDA) – histograms, correlation heatmap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Preprocessing – imputation and normalization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Training – 4 algorithms with identical preprocessing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Evaluation – Accuracy, Precision, Recall, F1-Score, ROC-AUC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7775"/>
            <a:ext cx="7924800" cy="104775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24125"/>
            <a:ext cx="7924800" cy="104775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00475"/>
            <a:ext cx="7924800" cy="104775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076825"/>
            <a:ext cx="7924800" cy="104775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Classification Algorithms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6375"/>
            <a:ext cx="76169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1866900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interpretable baseline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752725"/>
            <a:ext cx="76169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143250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non-linear patterns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4029075"/>
            <a:ext cx="76169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4419600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(200 trees), feature importance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5305425"/>
            <a:ext cx="76169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5695950"/>
            <a:ext cx="7616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RBF kernel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Performance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876675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SVM and Random Forest are competitive; moderate performance indicates decision-support role, not standalone certification.</a:t>
            </a:r>
            <a:endParaRPr lang="en-US" sz="135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959CD8-C2B5-B8A8-609C-E6AF800B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9" y="1718835"/>
            <a:ext cx="66679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Body table text: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Logistic Regression – Accuracy ≈ 0.61, ROC‑AUC ≈ 0.55​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Decision Tree – Accuracy ≈ 0.60, ROC‑AUC ≈ 0.57​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Random Forest – Accuracy ≈ 0.66, ROC‑AUC ≈ 0.65​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fkGroteskNeue"/>
              </a:rPr>
              <a:t>SVM – Accuracy ≈ 0.67, ROC‑AUC ≈ 0.65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Performer: Support Vector Machine (SVM)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67% – correctly classifies about 2 in 3 samples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0.65 – good discrimination between potable and non-potable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Non-linear boundaries via RBF kernel; robust to scaling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computationally intensive than other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Better-than-random but leaves room for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Random Forest Classifier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230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66% – comparable to SVM, within margin of variation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0.65 – same discrimination power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importance rankings reveal which physicochemical properties drive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outliers and missing values naturally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transparent for domain experts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881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Performance: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models reach ~67% accuracy; better than random guessing but not ideal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Effect: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 bias toward predicting non-potable water due to class skew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Relationships: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Physicochemical properties encode real information about water safety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Role: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use case is prioritizing samples for lab testing, not standalone certification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61% of samples are non-potable; affects model optimization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3,276 samples is modest for deep learning approaches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Feature Scope: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temporal, geographic, or microbiological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15% of pH, 24% of Sulfate, 5% of Trihalomethanes missing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Future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881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Grid search for SVM (C, gamma) and Random Forest (n_estimators, max_depth)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Imbalance: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SMOTE oversampling or class weight adjustment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domain-informed features (pH deviation, hardness bins)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SVM and Random Forest predictions for robustness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Monitoring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Artifact: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Best model saved as water_potability_model.pkl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 via Flask/FastAPI for real-time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Calibration: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Adjust decision boundary based on false positive/negative costs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Quarterly monitoring and retraining with new laboratory data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1271588"/>
            <a:ext cx="190423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85963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successfully classifies water potability from physicochemical properties with moderate performance (67% accuracy, 0.65 ROC-AUC).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690813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SVM and Random Forest models represent a practical decision-support tool for screening water samples before laboratory confirmation.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395663"/>
            <a:ext cx="79248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 through hyperparameter tuning, class balancing, and expanded feature engineering could enhance real-world utility.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077" y="1576388"/>
            <a:ext cx="176184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80458" y="2290763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39387" y="3328988"/>
            <a:ext cx="226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720</Words>
  <Application>Microsoft Macintosh PowerPoint</Application>
  <PresentationFormat>On-screen Show (16:9)</PresentationFormat>
  <Paragraphs>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MAHAJAN, ATHARAV (UG)</cp:lastModifiedBy>
  <cp:revision>2</cp:revision>
  <dcterms:created xsi:type="dcterms:W3CDTF">2025-12-06T15:57:18Z</dcterms:created>
  <dcterms:modified xsi:type="dcterms:W3CDTF">2025-12-06T16:05:03Z</dcterms:modified>
</cp:coreProperties>
</file>